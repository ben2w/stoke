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48640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0" b="1" spc="-6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rigkit</a:t>
            </a:r>
            <a:endParaRPr lang="en-US" sz="18000" dirty="0"/>
          </a:p>
        </p:txBody>
      </p:sp>
      <p:sp>
        <p:nvSpPr>
          <p:cNvPr id="4" name="Text 2"/>
          <p:cNvSpPr/>
          <p:nvPr/>
        </p:nvSpPr>
        <p:spPr>
          <a:xfrm>
            <a:off x="685800" y="33832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computers </a:t>
            </a:r>
            <a:pPr indent="0" marL="0">
              <a:buNone/>
            </a:pPr>
            <a:r>
              <a:rPr lang="en-US" sz="32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TypeScript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6035040"/>
            <a:ext cx="109728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 Werner   ·   Freestyle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46720" y="6126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rigkit.freestyle.sh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737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we're building frameworks for these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1280160" y="1417320"/>
            <a:ext cx="2194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63040" y="14173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749040" y="1417320"/>
            <a:ext cx="2194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0" y="14173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 calls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17920" y="1417320"/>
            <a:ext cx="2194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4173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Virtual file systems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0" y="1417320"/>
            <a:ext cx="2194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0" y="14173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623560" y="3108960"/>
            <a:ext cx="91440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should be building frameworks for </a:t>
            </a:r>
            <a:pPr algn="ctr" indent="0" marL="0">
              <a:buNone/>
            </a:pPr>
            <a:r>
              <a:rPr lang="en-US" sz="2400" b="1" i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874520" y="4297680"/>
            <a:ext cx="3931920" cy="2194560"/>
          </a:xfrm>
          <a:prstGeom prst="rect">
            <a:avLst/>
          </a:prstGeom>
          <a:solidFill>
            <a:srgbClr val="FFFFFF"/>
          </a:solidFill>
          <a:ln w="20320">
            <a:solidFill>
              <a:srgbClr val="F9731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4892040"/>
            <a:ext cx="1005840" cy="100584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566160" y="4297680"/>
            <a:ext cx="2057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Computers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6355080" y="4297680"/>
            <a:ext cx="3931920" cy="2194560"/>
          </a:xfrm>
          <a:prstGeom prst="rect">
            <a:avLst/>
          </a:prstGeom>
          <a:solidFill>
            <a:srgbClr val="FFFFFF"/>
          </a:solidFill>
          <a:ln w="20320">
            <a:solidFill>
              <a:srgbClr val="F97316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809744"/>
            <a:ext cx="502920" cy="502920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809744"/>
            <a:ext cx="502920" cy="502920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477256"/>
            <a:ext cx="502920" cy="50292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5512" y="5477256"/>
            <a:ext cx="502920" cy="5029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8458200" y="4297680"/>
            <a:ext cx="1645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Logged-in services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1188720"/>
            <a:ext cx="2926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69164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17720" y="731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LOGGED-IN SERVICES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17720" y="1188720"/>
            <a:ext cx="2926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0" y="1645920"/>
            <a:ext cx="1005840" cy="118872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0136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83480" y="235000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126480" y="1645920"/>
            <a:ext cx="1005840" cy="118872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01368"/>
            <a:ext cx="457200" cy="457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80760" y="235000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029200" y="2971800"/>
            <a:ext cx="1005840" cy="118872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3127248"/>
            <a:ext cx="457200" cy="457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983480" y="36758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6126480" y="2971800"/>
            <a:ext cx="1005840" cy="118872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127248"/>
            <a:ext cx="457200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080760" y="36758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8412480" y="731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HARNESS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8412480" y="1188720"/>
            <a:ext cx="2926080" cy="3566160"/>
          </a:xfrm>
          <a:prstGeom prst="rect">
            <a:avLst/>
          </a:prstGeom>
          <a:solidFill>
            <a:srgbClr val="FFFFFF"/>
          </a:solidFill>
          <a:ln w="20320">
            <a:solidFill>
              <a:srgbClr val="F97316"/>
            </a:solidFill>
            <a:prstDash val="solid"/>
          </a:ln>
        </p:spPr>
      </p:sp>
      <p:sp>
        <p:nvSpPr>
          <p:cNvPr id="21" name="Shape 14"/>
          <p:cNvSpPr/>
          <p:nvPr/>
        </p:nvSpPr>
        <p:spPr>
          <a:xfrm>
            <a:off x="8686800" y="1554480"/>
            <a:ext cx="2377440" cy="91440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78308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464040" y="155448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ChatGPT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686800" y="2532888"/>
            <a:ext cx="2377440" cy="91440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0" y="2761488"/>
            <a:ext cx="457200" cy="45720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464040" y="2532888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Manus</a:t>
            </a:r>
            <a:endParaRPr lang="en-US" sz="1500" dirty="0"/>
          </a:p>
        </p:txBody>
      </p:sp>
      <p:sp>
        <p:nvSpPr>
          <p:cNvPr id="27" name="Shape 18"/>
          <p:cNvSpPr/>
          <p:nvPr/>
        </p:nvSpPr>
        <p:spPr>
          <a:xfrm>
            <a:off x="8686800" y="3511296"/>
            <a:ext cx="2377440" cy="91440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0" y="3739896"/>
            <a:ext cx="457200" cy="45720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9464040" y="3511296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Coding agent</a:t>
            </a:r>
            <a:endParaRPr lang="en-US" sz="1500" dirty="0"/>
          </a:p>
        </p:txBody>
      </p:sp>
      <p:sp>
        <p:nvSpPr>
          <p:cNvPr id="30" name="Shape 20"/>
          <p:cNvSpPr/>
          <p:nvPr/>
        </p:nvSpPr>
        <p:spPr>
          <a:xfrm>
            <a:off x="3749040" y="2971800"/>
            <a:ext cx="868680" cy="0"/>
          </a:xfrm>
          <a:prstGeom prst="line">
            <a:avLst/>
          </a:prstGeom>
          <a:noFill/>
          <a:ln w="2540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31" name="Shape 21"/>
          <p:cNvSpPr/>
          <p:nvPr/>
        </p:nvSpPr>
        <p:spPr>
          <a:xfrm>
            <a:off x="7543800" y="2971800"/>
            <a:ext cx="868680" cy="0"/>
          </a:xfrm>
          <a:prstGeom prst="line">
            <a:avLst/>
          </a:prstGeom>
          <a:noFill/>
          <a:ln w="2540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32" name="Shape 22"/>
          <p:cNvSpPr/>
          <p:nvPr/>
        </p:nvSpPr>
        <p:spPr>
          <a:xfrm>
            <a:off x="9875520" y="4754880"/>
            <a:ext cx="0" cy="502920"/>
          </a:xfrm>
          <a:prstGeom prst="line">
            <a:avLst/>
          </a:prstGeom>
          <a:noFill/>
          <a:ln w="20320">
            <a:solidFill>
              <a:srgbClr val="F97316"/>
            </a:solidFill>
            <a:prstDash val="dash"/>
          </a:ln>
        </p:spPr>
      </p:sp>
      <p:sp>
        <p:nvSpPr>
          <p:cNvPr id="33" name="Shape 23"/>
          <p:cNvSpPr/>
          <p:nvPr/>
        </p:nvSpPr>
        <p:spPr>
          <a:xfrm>
            <a:off x="8389620" y="5257800"/>
            <a:ext cx="14173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5924" y="5463540"/>
            <a:ext cx="274320" cy="274320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8892540" y="525780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1300" dirty="0"/>
          </a:p>
        </p:txBody>
      </p:sp>
      <p:sp>
        <p:nvSpPr>
          <p:cNvPr id="36" name="Shape 25"/>
          <p:cNvSpPr/>
          <p:nvPr/>
        </p:nvSpPr>
        <p:spPr>
          <a:xfrm>
            <a:off x="9944100" y="5257800"/>
            <a:ext cx="14173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0404" y="5463540"/>
            <a:ext cx="274320" cy="274320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10447020" y="525780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 calls</a:t>
            </a:r>
            <a:endParaRPr lang="en-US" sz="1300" dirty="0"/>
          </a:p>
        </p:txBody>
      </p:sp>
      <p:sp>
        <p:nvSpPr>
          <p:cNvPr id="39" name="Shape 27"/>
          <p:cNvSpPr/>
          <p:nvPr/>
        </p:nvSpPr>
        <p:spPr>
          <a:xfrm>
            <a:off x="8389620" y="6080760"/>
            <a:ext cx="14173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35924" y="6286500"/>
            <a:ext cx="274320" cy="27432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8892540" y="60807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Virtual FS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9944100" y="6080760"/>
            <a:ext cx="14173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90404" y="6286500"/>
            <a:ext cx="274320" cy="274320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10447020" y="60807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960" y="1188720"/>
            <a:ext cx="2926080" cy="3566160"/>
          </a:xfrm>
          <a:prstGeom prst="rect">
            <a:avLst/>
          </a:prstGeom>
          <a:solidFill>
            <a:srgbClr val="FFFFFF"/>
          </a:solidFill>
          <a:ln w="20320">
            <a:solidFill>
              <a:srgbClr val="F9731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69164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17720" y="731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LOGGED-IN SERVICES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17720" y="1188720"/>
            <a:ext cx="2926080" cy="3566160"/>
          </a:xfrm>
          <a:prstGeom prst="rect">
            <a:avLst/>
          </a:prstGeom>
          <a:solidFill>
            <a:srgbClr val="FFFFFF"/>
          </a:solidFill>
          <a:ln w="20320">
            <a:solidFill>
              <a:srgbClr val="F9731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0" y="1645920"/>
            <a:ext cx="1005840" cy="118872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0136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83480" y="235000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126480" y="1645920"/>
            <a:ext cx="1005840" cy="118872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01368"/>
            <a:ext cx="457200" cy="457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80760" y="235000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029200" y="2971800"/>
            <a:ext cx="1005840" cy="118872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3127248"/>
            <a:ext cx="457200" cy="457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983480" y="36758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6126480" y="2971800"/>
            <a:ext cx="1005840" cy="118872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127248"/>
            <a:ext cx="457200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080760" y="36758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8412480" y="731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73737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HARNESS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8412480" y="1188720"/>
            <a:ext cx="2926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Shape 14"/>
          <p:cNvSpPr/>
          <p:nvPr/>
        </p:nvSpPr>
        <p:spPr>
          <a:xfrm>
            <a:off x="8686800" y="1554480"/>
            <a:ext cx="2377440" cy="91440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78308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464040" y="155448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ChatGPT</a:t>
            </a:r>
            <a:endParaRPr lang="en-US" sz="1500" dirty="0"/>
          </a:p>
        </p:txBody>
      </p:sp>
      <p:sp>
        <p:nvSpPr>
          <p:cNvPr id="24" name="Shape 16"/>
          <p:cNvSpPr/>
          <p:nvPr/>
        </p:nvSpPr>
        <p:spPr>
          <a:xfrm>
            <a:off x="8686800" y="2532888"/>
            <a:ext cx="2377440" cy="91440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0" y="2761488"/>
            <a:ext cx="457200" cy="45720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464040" y="2532888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Manus</a:t>
            </a:r>
            <a:endParaRPr lang="en-US" sz="1500" dirty="0"/>
          </a:p>
        </p:txBody>
      </p:sp>
      <p:sp>
        <p:nvSpPr>
          <p:cNvPr id="27" name="Shape 18"/>
          <p:cNvSpPr/>
          <p:nvPr/>
        </p:nvSpPr>
        <p:spPr>
          <a:xfrm>
            <a:off x="8686800" y="3511296"/>
            <a:ext cx="2377440" cy="914400"/>
          </a:xfrm>
          <a:prstGeom prst="rect">
            <a:avLst/>
          </a:prstGeom>
          <a:solidFill>
            <a:srgbClr val="FAFAF9"/>
          </a:solidFill>
          <a:ln w="6350">
            <a:solidFill>
              <a:srgbClr val="EFEFEC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0" y="3739896"/>
            <a:ext cx="457200" cy="45720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9464040" y="3511296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Coding agent</a:t>
            </a:r>
            <a:endParaRPr lang="en-US" sz="1500" dirty="0"/>
          </a:p>
        </p:txBody>
      </p:sp>
      <p:sp>
        <p:nvSpPr>
          <p:cNvPr id="30" name="Shape 20"/>
          <p:cNvSpPr/>
          <p:nvPr/>
        </p:nvSpPr>
        <p:spPr>
          <a:xfrm>
            <a:off x="3749040" y="2971800"/>
            <a:ext cx="868680" cy="0"/>
          </a:xfrm>
          <a:prstGeom prst="line">
            <a:avLst/>
          </a:prstGeom>
          <a:noFill/>
          <a:ln w="2540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31" name="Shape 21"/>
          <p:cNvSpPr/>
          <p:nvPr/>
        </p:nvSpPr>
        <p:spPr>
          <a:xfrm>
            <a:off x="7543800" y="2971800"/>
            <a:ext cx="868680" cy="0"/>
          </a:xfrm>
          <a:prstGeom prst="line">
            <a:avLst/>
          </a:prstGeom>
          <a:noFill/>
          <a:ln w="25400">
            <a:solidFill>
              <a:srgbClr val="737373"/>
            </a:solidFill>
            <a:prstDash val="solid"/>
            <a:tailEnd type="triangle"/>
          </a:ln>
        </p:spPr>
      </p:sp>
      <p:sp>
        <p:nvSpPr>
          <p:cNvPr id="32" name="Shape 22"/>
          <p:cNvSpPr/>
          <p:nvPr/>
        </p:nvSpPr>
        <p:spPr>
          <a:xfrm>
            <a:off x="4183380" y="4754880"/>
            <a:ext cx="0" cy="502920"/>
          </a:xfrm>
          <a:prstGeom prst="line">
            <a:avLst/>
          </a:prstGeom>
          <a:noFill/>
          <a:ln w="20320">
            <a:solidFill>
              <a:srgbClr val="F97316"/>
            </a:solidFill>
            <a:prstDash val="dash"/>
          </a:ln>
        </p:spPr>
      </p:sp>
      <p:sp>
        <p:nvSpPr>
          <p:cNvPr id="33" name="Shape 23"/>
          <p:cNvSpPr/>
          <p:nvPr/>
        </p:nvSpPr>
        <p:spPr>
          <a:xfrm>
            <a:off x="2697480" y="5257800"/>
            <a:ext cx="14173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43784" y="5463540"/>
            <a:ext cx="274320" cy="274320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3200400" y="525780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1300" dirty="0"/>
          </a:p>
        </p:txBody>
      </p:sp>
      <p:sp>
        <p:nvSpPr>
          <p:cNvPr id="36" name="Shape 25"/>
          <p:cNvSpPr/>
          <p:nvPr/>
        </p:nvSpPr>
        <p:spPr>
          <a:xfrm>
            <a:off x="4251960" y="5257800"/>
            <a:ext cx="14173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98264" y="5463540"/>
            <a:ext cx="274320" cy="274320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4754880" y="525780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 calls</a:t>
            </a:r>
            <a:endParaRPr lang="en-US" sz="1300" dirty="0"/>
          </a:p>
        </p:txBody>
      </p:sp>
      <p:sp>
        <p:nvSpPr>
          <p:cNvPr id="39" name="Shape 27"/>
          <p:cNvSpPr/>
          <p:nvPr/>
        </p:nvSpPr>
        <p:spPr>
          <a:xfrm>
            <a:off x="2697480" y="6080760"/>
            <a:ext cx="14173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43784" y="6286500"/>
            <a:ext cx="274320" cy="27432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3200400" y="60807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Virtual FS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4251960" y="6080760"/>
            <a:ext cx="1417320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F97316"/>
            </a:solidFill>
            <a:prstDash val="solid"/>
          </a:ln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98264" y="6286500"/>
            <a:ext cx="274320" cy="274320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4754880" y="60807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rigkit</dc:title>
  <dc:subject>PptxGenJS Presentation</dc:subject>
  <dc:creator>Ben Werner</dc:creator>
  <cp:lastModifiedBy>Ben Werner</cp:lastModifiedBy>
  <cp:revision>1</cp:revision>
  <dcterms:created xsi:type="dcterms:W3CDTF">2026-05-13T21:21:39Z</dcterms:created>
  <dcterms:modified xsi:type="dcterms:W3CDTF">2026-05-13T21:21:39Z</dcterms:modified>
</cp:coreProperties>
</file>