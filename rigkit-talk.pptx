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rigkit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 </a:t>
            </a:r>
            <a:pPr indent="0" marL="0">
              <a:buNone/>
            </a:pPr>
            <a:r>
              <a:rPr lang="en-US" sz="3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TypeScript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6035040"/>
            <a:ext cx="10972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Werner   ·   Freestyle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6126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rigkit.freestyle.sh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lot of work being done figuring out how to improve an agent's harness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05840" y="37033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3703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11880" y="37033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0" y="3703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calls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37033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703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file systems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823960" y="37033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3703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code-mode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1772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LOGGED-IN SERVICES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17720" y="118872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0" y="164592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013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83480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164592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013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0" y="297180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12724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8348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26480" y="297180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12724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8076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841248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412480" y="1188720"/>
            <a:ext cx="2926080" cy="3566160"/>
          </a:xfrm>
          <a:prstGeom prst="rect">
            <a:avLst/>
          </a:prstGeom>
          <a:solidFill>
            <a:srgbClr val="FFFFFF"/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686800" y="1554480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78308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6404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686800" y="2532888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761488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64040" y="253288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Manus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8686800" y="3511296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739896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464040" y="351129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 agent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3749040" y="2971800"/>
            <a:ext cx="868680" cy="0"/>
          </a:xfrm>
          <a:prstGeom prst="line">
            <a:avLst/>
          </a:prstGeom>
          <a:noFill/>
          <a:ln w="2540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31" name="Shape 21"/>
          <p:cNvSpPr/>
          <p:nvPr/>
        </p:nvSpPr>
        <p:spPr>
          <a:xfrm>
            <a:off x="7543800" y="2971800"/>
            <a:ext cx="868680" cy="0"/>
          </a:xfrm>
          <a:prstGeom prst="line">
            <a:avLst/>
          </a:prstGeom>
          <a:noFill/>
          <a:ln w="2540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32" name="Shape 22"/>
          <p:cNvSpPr/>
          <p:nvPr/>
        </p:nvSpPr>
        <p:spPr>
          <a:xfrm>
            <a:off x="9875520" y="4754880"/>
            <a:ext cx="0" cy="502920"/>
          </a:xfrm>
          <a:prstGeom prst="line">
            <a:avLst/>
          </a:prstGeom>
          <a:noFill/>
          <a:ln w="20320">
            <a:solidFill>
              <a:srgbClr val="F97316"/>
            </a:solidFill>
            <a:prstDash val="dash"/>
          </a:ln>
        </p:spPr>
      </p:sp>
      <p:sp>
        <p:nvSpPr>
          <p:cNvPr id="33" name="Shape 23"/>
          <p:cNvSpPr/>
          <p:nvPr/>
        </p:nvSpPr>
        <p:spPr>
          <a:xfrm>
            <a:off x="8389620" y="525780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5924" y="546354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892540" y="5257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9944100" y="525780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0404" y="5463540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0447020" y="5257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calls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8389620" y="608076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5924" y="6286500"/>
            <a:ext cx="274320" cy="27432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892540" y="6080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FS</a:t>
            </a:r>
            <a:endParaRPr lang="en-US" sz="1300" dirty="0"/>
          </a:p>
        </p:txBody>
      </p:sp>
      <p:sp>
        <p:nvSpPr>
          <p:cNvPr id="42" name="Shape 29"/>
          <p:cNvSpPr/>
          <p:nvPr/>
        </p:nvSpPr>
        <p:spPr>
          <a:xfrm>
            <a:off x="9944100" y="608076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0404" y="6286500"/>
            <a:ext cx="274320" cy="27432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10447020" y="6080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code-mode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2926080" cy="3566160"/>
          </a:xfrm>
          <a:prstGeom prst="rect">
            <a:avLst/>
          </a:prstGeom>
          <a:solidFill>
            <a:srgbClr val="FFFFFF"/>
          </a:solidFill>
          <a:ln w="20320">
            <a:solidFill>
              <a:srgbClr val="F973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1772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LOGGED-IN SERVICES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17720" y="1188720"/>
            <a:ext cx="2926080" cy="3566160"/>
          </a:xfrm>
          <a:prstGeom prst="rect">
            <a:avLst/>
          </a:prstGeom>
          <a:solidFill>
            <a:srgbClr val="FFFFFF"/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0" y="164592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013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83480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164592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013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0" y="297180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12724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8348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26480" y="2971800"/>
            <a:ext cx="1005840" cy="118872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12724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8076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841248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412480" y="118872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686800" y="1554480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78308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6404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686800" y="2532888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761488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64040" y="253288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Manus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8686800" y="3511296"/>
            <a:ext cx="2377440" cy="914400"/>
          </a:xfrm>
          <a:prstGeom prst="rect">
            <a:avLst/>
          </a:prstGeom>
          <a:solidFill>
            <a:srgbClr val="FAFAF9"/>
          </a:solidFill>
          <a:ln w="6350">
            <a:solidFill>
              <a:srgbClr val="EFEFEC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739896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464040" y="351129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 agent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3749040" y="2971800"/>
            <a:ext cx="868680" cy="0"/>
          </a:xfrm>
          <a:prstGeom prst="line">
            <a:avLst/>
          </a:prstGeom>
          <a:noFill/>
          <a:ln w="2540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31" name="Shape 21"/>
          <p:cNvSpPr/>
          <p:nvPr/>
        </p:nvSpPr>
        <p:spPr>
          <a:xfrm>
            <a:off x="7543800" y="2971800"/>
            <a:ext cx="868680" cy="0"/>
          </a:xfrm>
          <a:prstGeom prst="line">
            <a:avLst/>
          </a:prstGeom>
          <a:noFill/>
          <a:ln w="25400">
            <a:solidFill>
              <a:srgbClr val="737373"/>
            </a:solidFill>
            <a:prstDash val="solid"/>
            <a:tailEnd type="triangle"/>
          </a:ln>
        </p:spPr>
      </p:sp>
      <p:sp>
        <p:nvSpPr>
          <p:cNvPr id="32" name="Text 22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made tooling here instead?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rigkit</dc:title>
  <dc:subject>PptxGenJS Presentation</dc:subject>
  <dc:creator>Ben Werner</dc:creator>
  <cp:lastModifiedBy>Ben Werner</cp:lastModifiedBy>
  <cp:revision>1</cp:revision>
  <dcterms:created xsi:type="dcterms:W3CDTF">2026-05-13T23:30:20Z</dcterms:created>
  <dcterms:modified xsi:type="dcterms:W3CDTF">2026-05-13T23:30:20Z</dcterms:modified>
</cp:coreProperties>
</file>