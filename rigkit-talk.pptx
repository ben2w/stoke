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48640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0" b="1" spc="-6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rigkit</a:t>
            </a:r>
            <a:endParaRPr lang="en-US" sz="18000" dirty="0"/>
          </a:p>
        </p:txBody>
      </p:sp>
      <p:sp>
        <p:nvSpPr>
          <p:cNvPr id="4" name="Text 2"/>
          <p:cNvSpPr/>
          <p:nvPr/>
        </p:nvSpPr>
        <p:spPr>
          <a:xfrm>
            <a:off x="685800" y="3383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 </a:t>
            </a:r>
            <a:pPr indent="0" marL="0">
              <a:buNone/>
            </a:pPr>
            <a:r>
              <a:rPr lang="en-US" sz="3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TypeScript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6035040"/>
            <a:ext cx="109728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Werner   ·   Freestyle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46720" y="6126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rigkit.freestyle.sh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WHAT IS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spc="-1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Configure a computer like you configure infra.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rigkit is an open-source TypeScript framework for declaring the workspace an agent (or a human) needs: a VM, a snapshot, the tools installed on it, the auth wired into it.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62686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that build VMs</a:t>
            </a:r>
            <a:endParaRPr lang="en-US" sz="1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129784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5074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 that wire in auth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632704"/>
            <a:ext cx="256032" cy="2560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5577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 you can fork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852160" y="914400"/>
            <a:ext cx="5669280" cy="512064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77800" dist="50800" dir="5400000">
              <a:srgbClr val="000000">
                <a:alpha val="15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6080760" y="1115568"/>
            <a:ext cx="146304" cy="146304"/>
          </a:xfrm>
          <a:prstGeom prst="ellipse">
            <a:avLst/>
          </a:prstGeom>
          <a:solidFill>
            <a:srgbClr val="F87171"/>
          </a:solidFill>
          <a:ln/>
        </p:spPr>
      </p:sp>
      <p:sp>
        <p:nvSpPr>
          <p:cNvPr id="13" name="Shape 8"/>
          <p:cNvSpPr/>
          <p:nvPr/>
        </p:nvSpPr>
        <p:spPr>
          <a:xfrm>
            <a:off x="6336792" y="111556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9"/>
          <p:cNvSpPr/>
          <p:nvPr/>
        </p:nvSpPr>
        <p:spPr>
          <a:xfrm>
            <a:off x="6592824" y="1115568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5" name="Text 10"/>
          <p:cNvSpPr/>
          <p:nvPr/>
        </p:nvSpPr>
        <p:spPr>
          <a:xfrm>
            <a:off x="70408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rig.config.ts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6172200" y="1554480"/>
            <a:ext cx="51206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workflow, env }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"@rigkit/sdk"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freestyle }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"@rigkit/provider-freestyle"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"gcloud-on-open"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providers: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freestyle: freestyle.provider({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apiKey: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"FREESTYLE_API_KEY"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image: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"ubuntu-24.04"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memory: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"16GB"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gcloudConfig: copyGcloudConfig.provider({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requireAuth: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declare the machine, fork it, ship it.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THE PATTERN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 keep solving the same problem.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"make agents useful" effort ends up looking like an auth project.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25780" y="2743200"/>
            <a:ext cx="26060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5780" y="2743200"/>
            <a:ext cx="2606040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Shape 5"/>
          <p:cNvSpPr/>
          <p:nvPr/>
        </p:nvSpPr>
        <p:spPr>
          <a:xfrm>
            <a:off x="845820" y="3108960"/>
            <a:ext cx="640080" cy="640080"/>
          </a:xfrm>
          <a:prstGeom prst="ellipse">
            <a:avLst/>
          </a:prstGeom>
          <a:solidFill>
            <a:srgbClr val="FAFA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32461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5820" y="38862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45820" y="4343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 tool. Hand it a credential.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60420" y="2743200"/>
            <a:ext cx="26060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60420" y="2743200"/>
            <a:ext cx="2606040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Shape 10"/>
          <p:cNvSpPr/>
          <p:nvPr/>
        </p:nvSpPr>
        <p:spPr>
          <a:xfrm>
            <a:off x="3680460" y="3108960"/>
            <a:ext cx="640080" cy="640080"/>
          </a:xfrm>
          <a:prstGeom prst="ellipse">
            <a:avLst/>
          </a:prstGeom>
          <a:solidFill>
            <a:srgbClr val="FAFA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620" y="324612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80460" y="38862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Remote agents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3680460" y="4343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runners that hold tokens. (Periphery, etc.)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195060" y="2743200"/>
            <a:ext cx="26060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95060" y="2743200"/>
            <a:ext cx="2606040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" name="Shape 15"/>
          <p:cNvSpPr/>
          <p:nvPr/>
        </p:nvSpPr>
        <p:spPr>
          <a:xfrm>
            <a:off x="6515100" y="3108960"/>
            <a:ext cx="640080" cy="640080"/>
          </a:xfrm>
          <a:prstGeom prst="ellipse">
            <a:avLst/>
          </a:prstGeom>
          <a:solidFill>
            <a:srgbClr val="FAFA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260" y="324612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515100" y="38862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calls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6515100" y="4343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schemas + per-API auth glue.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9029700" y="2743200"/>
            <a:ext cx="26060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029700" y="2743200"/>
            <a:ext cx="2606040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5" name="Shape 20"/>
          <p:cNvSpPr/>
          <p:nvPr/>
        </p:nvSpPr>
        <p:spPr>
          <a:xfrm>
            <a:off x="9349740" y="3108960"/>
            <a:ext cx="640080" cy="640080"/>
          </a:xfrm>
          <a:prstGeom prst="ellipse">
            <a:avLst/>
          </a:prstGeom>
          <a:solidFill>
            <a:srgbClr val="FAFA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0" y="32461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349740" y="38862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Virtual file systems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9349740" y="4343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Sandboxes that mirror real auth state.</a:t>
            </a:r>
            <a:endParaRPr lang="en-US" sz="13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989320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051560" y="5943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Underneath, all four are auth problems.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THE HUNCH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Maybe we're tooling at the wrong layer.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MCP, tool calls, virtual FSes — they all live inside the harness. Every new integration starts from zero.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Tooling at the harness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5166360" cy="3108960"/>
          </a:xfrm>
          <a:prstGeom prst="rect">
            <a:avLst/>
          </a:prstGeom>
          <a:solidFill>
            <a:srgbClr val="F5F5F4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54680"/>
            <a:ext cx="4617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1546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840480"/>
            <a:ext cx="4617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8404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schemas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4526280"/>
            <a:ext cx="4617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5262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FS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5212080"/>
            <a:ext cx="4617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212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tokens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4231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Tooling at the computer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355080" y="2926080"/>
            <a:ext cx="516636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3154680"/>
            <a:ext cx="4617720" cy="548640"/>
          </a:xfrm>
          <a:prstGeom prst="rect">
            <a:avLst/>
          </a:prstGeom>
          <a:solidFill>
            <a:srgbClr val="FAFA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31546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29400" y="3840480"/>
            <a:ext cx="4617720" cy="548640"/>
          </a:xfrm>
          <a:prstGeom prst="rect">
            <a:avLst/>
          </a:prstGeom>
          <a:solidFill>
            <a:srgbClr val="FAFA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38404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browser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4526280"/>
            <a:ext cx="4617720" cy="548640"/>
          </a:xfrm>
          <a:prstGeom prst="rect">
            <a:avLst/>
          </a:prstGeom>
          <a:solidFill>
            <a:srgbClr val="FAFA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45262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shell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629400" y="5212080"/>
            <a:ext cx="4617720" cy="548640"/>
          </a:xfrm>
          <a:prstGeom prst="rect">
            <a:avLst/>
          </a:prstGeom>
          <a:solidFill>
            <a:srgbClr val="FAFA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5212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auth, already there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computer already has all of this. We just don't expose it.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THE DEPENDENCY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 is already in the tree. Just one level too low.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4688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· keychain · sessions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2331720"/>
            <a:ext cx="24688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Browser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logged in to everything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032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0" y="25603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0" y="2331720"/>
            <a:ext cx="24688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E5E5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ChatGPT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1381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321040" y="1874520"/>
            <a:ext cx="1737360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Connect Account…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89720" y="2286000"/>
            <a:ext cx="0" cy="91440"/>
          </a:xfrm>
          <a:prstGeom prst="line">
            <a:avLst/>
          </a:prstGeom>
          <a:noFill/>
          <a:ln w="12700">
            <a:solidFill>
              <a:srgbClr val="F973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08960" y="3063240"/>
            <a:ext cx="1188720" cy="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766560" y="3063240"/>
            <a:ext cx="1188720" cy="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32120" y="3931920"/>
            <a:ext cx="242316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dash"/>
            <a:headEnd type="triangl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623560" y="3959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reach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617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Flipped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24688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257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22960" y="5806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build it with rigkit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194560" y="5257800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2194560" y="52578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0" y="5029200"/>
            <a:ext cx="24688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80560" y="5257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Browser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480560" y="5806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inherits the computer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55280" y="5029200"/>
            <a:ext cx="24688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E5E5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38160" y="5257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138160" y="5806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runs on 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108960" y="5760720"/>
            <a:ext cx="1188720" cy="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766560" y="5760720"/>
            <a:ext cx="1188720" cy="0"/>
          </a:xfrm>
          <a:prstGeom prst="line">
            <a:avLst/>
          </a:prstGeom>
          <a:noFill/>
          <a:ln w="19050">
            <a:solidFill>
              <a:srgbClr val="73737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48640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Don't add auth to the agent.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200" kern="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the computer.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4D4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rigkit is open source. TypeScript. Forkable VMs. Real auth, in the right place.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5120640"/>
            <a:ext cx="7772400" cy="1097280"/>
          </a:xfrm>
          <a:prstGeom prst="rect">
            <a:avLst/>
          </a:prstGeom>
          <a:solidFill>
            <a:srgbClr val="171717"/>
          </a:solidFill>
          <a:ln w="15875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512064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 curl -fsSL rigkit.freestyle.sh/install | sh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github.com/freestyle-sh/rigkit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589520" y="6400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Werner · @ Freestyle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rigkit</dc:title>
  <dc:subject>PptxGenJS Presentation</dc:subject>
  <dc:creator>Ben Werner</dc:creator>
  <cp:lastModifiedBy>Ben Werner</cp:lastModifiedBy>
  <cp:revision>1</cp:revision>
  <dcterms:created xsi:type="dcterms:W3CDTF">2026-05-13T20:56:09Z</dcterms:created>
  <dcterms:modified xsi:type="dcterms:W3CDTF">2026-05-13T20:56:09Z</dcterms:modified>
</cp:coreProperties>
</file>